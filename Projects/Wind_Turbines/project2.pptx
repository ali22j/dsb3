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6" r:id="rId5"/>
    <p:sldId id="257" r:id="rId6"/>
    <p:sldId id="263" r:id="rId7"/>
    <p:sldId id="264" r:id="rId8"/>
    <p:sldId id="258" r:id="rId9"/>
    <p:sldId id="259" r:id="rId10"/>
    <p:sldId id="260" r:id="rId11"/>
    <p:sldId id="261" r:id="rId12"/>
    <p:sldId id="262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97B34D6-31F1-4F03-B0E5-747D06D8E1BD}" v="17" dt="2026-09-28T20:52:08.4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 JAMEEL AHMED ALSAHLAWI" userId="7810e675-1a5d-4a96-a629-6454889b2619" providerId="ADAL" clId="{2AB12767-5C48-4CEA-B287-2A7472B95CEC}"/>
    <pc:docChg chg="custSel modSld sldOrd">
      <pc:chgData name="ALI JAMEEL AHMED ALSAHLAWI" userId="7810e675-1a5d-4a96-a629-6454889b2619" providerId="ADAL" clId="{2AB12767-5C48-4CEA-B287-2A7472B95CEC}" dt="2026-09-28T21:32:23.143" v="29" actId="14100"/>
      <pc:docMkLst>
        <pc:docMk/>
      </pc:docMkLst>
      <pc:sldChg chg="modSp mod">
        <pc:chgData name="ALI JAMEEL AHMED ALSAHLAWI" userId="7810e675-1a5d-4a96-a629-6454889b2619" providerId="ADAL" clId="{2AB12767-5C48-4CEA-B287-2A7472B95CEC}" dt="2026-09-28T21:04:48.102" v="22" actId="20577"/>
        <pc:sldMkLst>
          <pc:docMk/>
          <pc:sldMk cId="3962445615" sldId="256"/>
        </pc:sldMkLst>
        <pc:spChg chg="mod">
          <ac:chgData name="ALI JAMEEL AHMED ALSAHLAWI" userId="7810e675-1a5d-4a96-a629-6454889b2619" providerId="ADAL" clId="{2AB12767-5C48-4CEA-B287-2A7472B95CEC}" dt="2026-09-28T21:04:48.102" v="22" actId="20577"/>
          <ac:spMkLst>
            <pc:docMk/>
            <pc:sldMk cId="3962445615" sldId="256"/>
            <ac:spMk id="2" creationId="{EDA27806-F3A4-5E3D-2C0F-2E002002D0B9}"/>
          </ac:spMkLst>
        </pc:spChg>
      </pc:sldChg>
      <pc:sldChg chg="modSp mod">
        <pc:chgData name="ALI JAMEEL AHMED ALSAHLAWI" userId="7810e675-1a5d-4a96-a629-6454889b2619" providerId="ADAL" clId="{2AB12767-5C48-4CEA-B287-2A7472B95CEC}" dt="2026-09-28T21:11:54.047" v="23" actId="20577"/>
        <pc:sldMkLst>
          <pc:docMk/>
          <pc:sldMk cId="866236597" sldId="257"/>
        </pc:sldMkLst>
        <pc:spChg chg="mod">
          <ac:chgData name="ALI JAMEEL AHMED ALSAHLAWI" userId="7810e675-1a5d-4a96-a629-6454889b2619" providerId="ADAL" clId="{2AB12767-5C48-4CEA-B287-2A7472B95CEC}" dt="2026-09-28T21:11:54.047" v="23" actId="20577"/>
          <ac:spMkLst>
            <pc:docMk/>
            <pc:sldMk cId="866236597" sldId="257"/>
            <ac:spMk id="3" creationId="{BC271BBC-28CD-A8F0-C1F0-B83178A4AB4E}"/>
          </ac:spMkLst>
        </pc:spChg>
      </pc:sldChg>
      <pc:sldChg chg="addSp delSp modSp mod ord">
        <pc:chgData name="ALI JAMEEL AHMED ALSAHLAWI" userId="7810e675-1a5d-4a96-a629-6454889b2619" providerId="ADAL" clId="{2AB12767-5C48-4CEA-B287-2A7472B95CEC}" dt="2026-09-28T21:32:23.143" v="29" actId="14100"/>
        <pc:sldMkLst>
          <pc:docMk/>
          <pc:sldMk cId="215483301" sldId="259"/>
        </pc:sldMkLst>
        <pc:picChg chg="add mod">
          <ac:chgData name="ALI JAMEEL AHMED ALSAHLAWI" userId="7810e675-1a5d-4a96-a629-6454889b2619" providerId="ADAL" clId="{2AB12767-5C48-4CEA-B287-2A7472B95CEC}" dt="2026-09-28T21:32:23.143" v="29" actId="14100"/>
          <ac:picMkLst>
            <pc:docMk/>
            <pc:sldMk cId="215483301" sldId="259"/>
            <ac:picMk id="3" creationId="{9ABCEDB9-4E84-7439-2FEB-83E201C8A767}"/>
          </ac:picMkLst>
        </pc:picChg>
        <pc:picChg chg="del">
          <ac:chgData name="ALI JAMEEL AHMED ALSAHLAWI" userId="7810e675-1a5d-4a96-a629-6454889b2619" providerId="ADAL" clId="{2AB12767-5C48-4CEA-B287-2A7472B95CEC}" dt="2026-09-28T21:32:07.279" v="24" actId="478"/>
          <ac:picMkLst>
            <pc:docMk/>
            <pc:sldMk cId="215483301" sldId="259"/>
            <ac:picMk id="5" creationId="{C685E254-13D6-B5EF-09C9-CD9F5DCD2384}"/>
          </ac:picMkLst>
        </pc:picChg>
      </pc:sldChg>
      <pc:sldChg chg="addSp delSp modSp">
        <pc:chgData name="ALI JAMEEL AHMED ALSAHLAWI" userId="7810e675-1a5d-4a96-a629-6454889b2619" providerId="ADAL" clId="{2AB12767-5C48-4CEA-B287-2A7472B95CEC}" dt="2026-09-28T20:47:24.780" v="13"/>
        <pc:sldMkLst>
          <pc:docMk/>
          <pc:sldMk cId="3602470269" sldId="260"/>
        </pc:sldMkLst>
        <pc:spChg chg="del">
          <ac:chgData name="ALI JAMEEL AHMED ALSAHLAWI" userId="7810e675-1a5d-4a96-a629-6454889b2619" providerId="ADAL" clId="{2AB12767-5C48-4CEA-B287-2A7472B95CEC}" dt="2026-09-28T20:47:24.780" v="13"/>
          <ac:spMkLst>
            <pc:docMk/>
            <pc:sldMk cId="3602470269" sldId="260"/>
            <ac:spMk id="3" creationId="{EFA0807D-A58F-9BAB-FA7B-A5C1167124AE}"/>
          </ac:spMkLst>
        </pc:spChg>
        <pc:picChg chg="add mod">
          <ac:chgData name="ALI JAMEEL AHMED ALSAHLAWI" userId="7810e675-1a5d-4a96-a629-6454889b2619" providerId="ADAL" clId="{2AB12767-5C48-4CEA-B287-2A7472B95CEC}" dt="2026-09-28T20:47:24.780" v="13"/>
          <ac:picMkLst>
            <pc:docMk/>
            <pc:sldMk cId="3602470269" sldId="260"/>
            <ac:picMk id="6" creationId="{471EFF3E-B1CA-A77A-AF7F-8DF2CC9338BC}"/>
          </ac:picMkLst>
        </pc:picChg>
      </pc:sldChg>
      <pc:sldChg chg="modSp">
        <pc:chgData name="ALI JAMEEL AHMED ALSAHLAWI" userId="7810e675-1a5d-4a96-a629-6454889b2619" providerId="ADAL" clId="{2AB12767-5C48-4CEA-B287-2A7472B95CEC}" dt="2026-09-28T20:52:08.490" v="16"/>
        <pc:sldMkLst>
          <pc:docMk/>
          <pc:sldMk cId="191346470" sldId="262"/>
        </pc:sldMkLst>
        <pc:spChg chg="mod">
          <ac:chgData name="ALI JAMEEL AHMED ALSAHLAWI" userId="7810e675-1a5d-4a96-a629-6454889b2619" providerId="ADAL" clId="{2AB12767-5C48-4CEA-B287-2A7472B95CEC}" dt="2026-09-28T20:52:08.490" v="16"/>
          <ac:spMkLst>
            <pc:docMk/>
            <pc:sldMk cId="191346470" sldId="262"/>
            <ac:spMk id="3" creationId="{CE5DDACC-6972-19B3-CFF0-2EB51B5303D3}"/>
          </ac:spMkLst>
        </pc:spChg>
      </pc:sldChg>
      <pc:sldChg chg="modSp">
        <pc:chgData name="ALI JAMEEL AHMED ALSAHLAWI" userId="7810e675-1a5d-4a96-a629-6454889b2619" providerId="ADAL" clId="{2AB12767-5C48-4CEA-B287-2A7472B95CEC}" dt="2026-09-28T20:27:32.587" v="6"/>
        <pc:sldMkLst>
          <pc:docMk/>
          <pc:sldMk cId="3688689814" sldId="263"/>
        </pc:sldMkLst>
        <pc:spChg chg="mod">
          <ac:chgData name="ALI JAMEEL AHMED ALSAHLAWI" userId="7810e675-1a5d-4a96-a629-6454889b2619" providerId="ADAL" clId="{2AB12767-5C48-4CEA-B287-2A7472B95CEC}" dt="2026-09-28T20:27:32.587" v="6"/>
          <ac:spMkLst>
            <pc:docMk/>
            <pc:sldMk cId="3688689814" sldId="263"/>
            <ac:spMk id="3" creationId="{87B72391-8B95-738B-4604-D9B6F7EFC3AC}"/>
          </ac:spMkLst>
        </pc:spChg>
      </pc:sldChg>
      <pc:sldChg chg="modSp">
        <pc:chgData name="ALI JAMEEL AHMED ALSAHLAWI" userId="7810e675-1a5d-4a96-a629-6454889b2619" providerId="ADAL" clId="{2AB12767-5C48-4CEA-B287-2A7472B95CEC}" dt="2026-09-28T20:40:23.131" v="12"/>
        <pc:sldMkLst>
          <pc:docMk/>
          <pc:sldMk cId="780960239" sldId="264"/>
        </pc:sldMkLst>
        <pc:spChg chg="mod">
          <ac:chgData name="ALI JAMEEL AHMED ALSAHLAWI" userId="7810e675-1a5d-4a96-a629-6454889b2619" providerId="ADAL" clId="{2AB12767-5C48-4CEA-B287-2A7472B95CEC}" dt="2026-09-28T20:40:23.131" v="12"/>
          <ac:spMkLst>
            <pc:docMk/>
            <pc:sldMk cId="780960239" sldId="264"/>
            <ac:spMk id="3" creationId="{44E05FFF-120D-4C94-4A9F-8CF4168D1587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3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8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43C2CA3-2D0D-4E85-BFD1-929B4F0ED58E}" type="doc">
      <dgm:prSet loTypeId="urn:microsoft.com/office/officeart/2005/8/layout/vList2" loCatId="list" qsTypeId="urn:microsoft.com/office/officeart/2005/8/quickstyle/simple1#5" qsCatId="simple" csTypeId="urn:microsoft.com/office/officeart/2005/8/colors/accent1_2#3" csCatId="accent1"/>
      <dgm:spPr/>
      <dgm:t>
        <a:bodyPr/>
        <a:lstStyle/>
        <a:p>
          <a:endParaRPr lang="en-US"/>
        </a:p>
      </dgm:t>
    </dgm:pt>
    <dgm:pt modelId="{4B665080-6F6D-4FA7-B010-736210DF3100}">
      <dgm:prSet/>
      <dgm:spPr/>
      <dgm:t>
        <a:bodyPr/>
        <a:lstStyle/>
        <a:p>
          <a:r>
            <a:rPr lang="en-US"/>
            <a:t>Identify the keys that affect the decision</a:t>
          </a:r>
        </a:p>
      </dgm:t>
    </dgm:pt>
    <dgm:pt modelId="{291C8B22-D02A-4C02-9F7B-F3A086665327}" type="parTrans" cxnId="{CDBBB2AB-2036-4E0B-860F-62F7D9C89EAD}">
      <dgm:prSet/>
      <dgm:spPr/>
      <dgm:t>
        <a:bodyPr/>
        <a:lstStyle/>
        <a:p>
          <a:endParaRPr lang="en-US"/>
        </a:p>
      </dgm:t>
    </dgm:pt>
    <dgm:pt modelId="{5B08709A-E4A3-4FEA-83FF-5F8C90EAC670}" type="sibTrans" cxnId="{CDBBB2AB-2036-4E0B-860F-62F7D9C89EAD}">
      <dgm:prSet/>
      <dgm:spPr/>
      <dgm:t>
        <a:bodyPr/>
        <a:lstStyle/>
        <a:p>
          <a:endParaRPr lang="en-US"/>
        </a:p>
      </dgm:t>
    </dgm:pt>
    <dgm:pt modelId="{A4C6D447-B100-41DD-8CEF-4D7D0A2E4149}">
      <dgm:prSet/>
      <dgm:spPr/>
      <dgm:t>
        <a:bodyPr/>
        <a:lstStyle/>
        <a:p>
          <a:r>
            <a:rPr lang="en-US"/>
            <a:t>Identify the top counties in leading</a:t>
          </a:r>
        </a:p>
      </dgm:t>
    </dgm:pt>
    <dgm:pt modelId="{0DA9D2B2-BA8F-436F-9CEC-AFC3913F8D2F}" type="parTrans" cxnId="{3B6296B7-B2BE-47EF-A4AF-D9AB66AC2C7E}">
      <dgm:prSet/>
      <dgm:spPr/>
      <dgm:t>
        <a:bodyPr/>
        <a:lstStyle/>
        <a:p>
          <a:endParaRPr lang="en-US"/>
        </a:p>
      </dgm:t>
    </dgm:pt>
    <dgm:pt modelId="{3F5B9499-203B-4657-9248-8A8BAD947D4D}" type="sibTrans" cxnId="{3B6296B7-B2BE-47EF-A4AF-D9AB66AC2C7E}">
      <dgm:prSet/>
      <dgm:spPr/>
      <dgm:t>
        <a:bodyPr/>
        <a:lstStyle/>
        <a:p>
          <a:endParaRPr lang="en-US"/>
        </a:p>
      </dgm:t>
    </dgm:pt>
    <dgm:pt modelId="{898CFC36-7BC7-426C-BC18-0E365946F2B5}">
      <dgm:prSet/>
      <dgm:spPr/>
      <dgm:t>
        <a:bodyPr/>
        <a:lstStyle/>
        <a:p>
          <a:r>
            <a:rPr lang="en-US"/>
            <a:t>analyze the growth of turbine capacity over the years</a:t>
          </a:r>
        </a:p>
      </dgm:t>
    </dgm:pt>
    <dgm:pt modelId="{43F746A7-FDA6-4C1C-8C8C-E6866405608B}" type="parTrans" cxnId="{D01B540A-C6EF-4F25-A054-8757ECF5AF30}">
      <dgm:prSet/>
      <dgm:spPr/>
      <dgm:t>
        <a:bodyPr/>
        <a:lstStyle/>
        <a:p>
          <a:endParaRPr lang="en-US"/>
        </a:p>
      </dgm:t>
    </dgm:pt>
    <dgm:pt modelId="{B81445C6-6672-4687-9963-AEC5F8C8732D}" type="sibTrans" cxnId="{D01B540A-C6EF-4F25-A054-8757ECF5AF30}">
      <dgm:prSet/>
      <dgm:spPr/>
      <dgm:t>
        <a:bodyPr/>
        <a:lstStyle/>
        <a:p>
          <a:endParaRPr lang="en-US"/>
        </a:p>
      </dgm:t>
    </dgm:pt>
    <dgm:pt modelId="{9BA77DE8-71EF-42DB-B6E7-94116D7411E1}">
      <dgm:prSet/>
      <dgm:spPr/>
      <dgm:t>
        <a:bodyPr/>
        <a:lstStyle/>
        <a:p>
          <a:r>
            <a:rPr lang="en-US"/>
            <a:t>examine the physical evolution of hub height</a:t>
          </a:r>
        </a:p>
      </dgm:t>
    </dgm:pt>
    <dgm:pt modelId="{3F91F166-A8C3-447A-8CBA-C909ADD198B9}" type="parTrans" cxnId="{306D3E26-0A39-4C47-8047-59E9D793EE70}">
      <dgm:prSet/>
      <dgm:spPr/>
      <dgm:t>
        <a:bodyPr/>
        <a:lstStyle/>
        <a:p>
          <a:endParaRPr lang="en-US"/>
        </a:p>
      </dgm:t>
    </dgm:pt>
    <dgm:pt modelId="{363DE761-9B23-4AA0-881D-D893C2E25663}" type="sibTrans" cxnId="{306D3E26-0A39-4C47-8047-59E9D793EE70}">
      <dgm:prSet/>
      <dgm:spPr/>
      <dgm:t>
        <a:bodyPr/>
        <a:lstStyle/>
        <a:p>
          <a:endParaRPr lang="en-US"/>
        </a:p>
      </dgm:t>
    </dgm:pt>
    <dgm:pt modelId="{0C782815-EA2F-4E8C-A41B-7B89B6E2ADE1}">
      <dgm:prSet/>
      <dgm:spPr/>
      <dgm:t>
        <a:bodyPr/>
        <a:lstStyle/>
        <a:p>
          <a:r>
            <a:rPr lang="en-US"/>
            <a:t>compare the market share of GE Wind, Vestas, and other OEMs</a:t>
          </a:r>
        </a:p>
      </dgm:t>
    </dgm:pt>
    <dgm:pt modelId="{E0FCFB23-8DA4-4B43-BE94-646EE9190321}" type="parTrans" cxnId="{BD0B08F6-4DB1-4E4D-8702-4C77E7F175BF}">
      <dgm:prSet/>
      <dgm:spPr/>
      <dgm:t>
        <a:bodyPr/>
        <a:lstStyle/>
        <a:p>
          <a:endParaRPr lang="en-US"/>
        </a:p>
      </dgm:t>
    </dgm:pt>
    <dgm:pt modelId="{0CA85214-7751-42D3-8C9D-28AC39F3F77B}" type="sibTrans" cxnId="{BD0B08F6-4DB1-4E4D-8702-4C77E7F175BF}">
      <dgm:prSet/>
      <dgm:spPr/>
      <dgm:t>
        <a:bodyPr/>
        <a:lstStyle/>
        <a:p>
          <a:endParaRPr lang="en-US"/>
        </a:p>
      </dgm:t>
    </dgm:pt>
    <dgm:pt modelId="{890E7B3F-8CD8-4825-94B9-AC1067859A4F}">
      <dgm:prSet/>
      <dgm:spPr/>
      <dgm:t>
        <a:bodyPr/>
        <a:lstStyle/>
        <a:p>
          <a:r>
            <a:rPr lang="en-US"/>
            <a:t>Recommendations</a:t>
          </a:r>
        </a:p>
      </dgm:t>
    </dgm:pt>
    <dgm:pt modelId="{7E8FA8E0-DF75-4E21-BA16-A466D173D0CA}" type="parTrans" cxnId="{01359988-E825-4031-95A1-8C7237924216}">
      <dgm:prSet/>
      <dgm:spPr/>
      <dgm:t>
        <a:bodyPr/>
        <a:lstStyle/>
        <a:p>
          <a:endParaRPr lang="en-US"/>
        </a:p>
      </dgm:t>
    </dgm:pt>
    <dgm:pt modelId="{145AC3EA-6693-42BD-AF1F-C3E70352CC13}" type="sibTrans" cxnId="{01359988-E825-4031-95A1-8C7237924216}">
      <dgm:prSet/>
      <dgm:spPr/>
      <dgm:t>
        <a:bodyPr/>
        <a:lstStyle/>
        <a:p>
          <a:endParaRPr lang="en-US"/>
        </a:p>
      </dgm:t>
    </dgm:pt>
    <dgm:pt modelId="{AA8A4FC4-D1CF-4576-9112-DB7D1C90B783}" type="pres">
      <dgm:prSet presAssocID="{043C2CA3-2D0D-4E85-BFD1-929B4F0ED58E}" presName="linear" presStyleCnt="0">
        <dgm:presLayoutVars>
          <dgm:animLvl val="lvl"/>
          <dgm:resizeHandles val="exact"/>
        </dgm:presLayoutVars>
      </dgm:prSet>
      <dgm:spPr/>
    </dgm:pt>
    <dgm:pt modelId="{D55A9A04-2A87-4991-9D4F-F348F5CD7FE7}" type="pres">
      <dgm:prSet presAssocID="{4B665080-6F6D-4FA7-B010-736210DF310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542468C9-37D1-4680-8B33-EC90BF6DAFCD}" type="pres">
      <dgm:prSet presAssocID="{5B08709A-E4A3-4FEA-83FF-5F8C90EAC670}" presName="spacer" presStyleCnt="0"/>
      <dgm:spPr/>
    </dgm:pt>
    <dgm:pt modelId="{4D63E90E-3245-4B2F-83F7-BA600BF1F6C1}" type="pres">
      <dgm:prSet presAssocID="{A4C6D447-B100-41DD-8CEF-4D7D0A2E4149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B3AA370-A891-4604-BE6A-D268022E5964}" type="pres">
      <dgm:prSet presAssocID="{3F5B9499-203B-4657-9248-8A8BAD947D4D}" presName="spacer" presStyleCnt="0"/>
      <dgm:spPr/>
    </dgm:pt>
    <dgm:pt modelId="{90879690-B247-44E6-AB0C-7F55EE744E78}" type="pres">
      <dgm:prSet presAssocID="{898CFC36-7BC7-426C-BC18-0E365946F2B5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1CF1C871-80F3-4563-BFEE-E5A2FCEA5DA1}" type="pres">
      <dgm:prSet presAssocID="{B81445C6-6672-4687-9963-AEC5F8C8732D}" presName="spacer" presStyleCnt="0"/>
      <dgm:spPr/>
    </dgm:pt>
    <dgm:pt modelId="{3A03D2CB-1468-4FEA-976F-708737D0A6F9}" type="pres">
      <dgm:prSet presAssocID="{9BA77DE8-71EF-42DB-B6E7-94116D7411E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195539A3-02D8-4A07-B443-E47A2298DB82}" type="pres">
      <dgm:prSet presAssocID="{363DE761-9B23-4AA0-881D-D893C2E25663}" presName="spacer" presStyleCnt="0"/>
      <dgm:spPr/>
    </dgm:pt>
    <dgm:pt modelId="{296AE3F3-4FDE-479C-9C20-FACDFD0B1B61}" type="pres">
      <dgm:prSet presAssocID="{0C782815-EA2F-4E8C-A41B-7B89B6E2ADE1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7C0587B5-D55F-4ABD-92D1-3B0F9CCBEDF8}" type="pres">
      <dgm:prSet presAssocID="{0CA85214-7751-42D3-8C9D-28AC39F3F77B}" presName="spacer" presStyleCnt="0"/>
      <dgm:spPr/>
    </dgm:pt>
    <dgm:pt modelId="{298DE993-854D-4D2E-BBC1-15ABE011ED54}" type="pres">
      <dgm:prSet presAssocID="{890E7B3F-8CD8-4825-94B9-AC1067859A4F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D01B540A-C6EF-4F25-A054-8757ECF5AF30}" srcId="{043C2CA3-2D0D-4E85-BFD1-929B4F0ED58E}" destId="{898CFC36-7BC7-426C-BC18-0E365946F2B5}" srcOrd="2" destOrd="0" parTransId="{43F746A7-FDA6-4C1C-8C8C-E6866405608B}" sibTransId="{B81445C6-6672-4687-9963-AEC5F8C8732D}"/>
    <dgm:cxn modelId="{20407015-2AC7-45E7-B512-99B509C39910}" type="presOf" srcId="{890E7B3F-8CD8-4825-94B9-AC1067859A4F}" destId="{298DE993-854D-4D2E-BBC1-15ABE011ED54}" srcOrd="0" destOrd="0" presId="urn:microsoft.com/office/officeart/2005/8/layout/vList2"/>
    <dgm:cxn modelId="{306D3E26-0A39-4C47-8047-59E9D793EE70}" srcId="{043C2CA3-2D0D-4E85-BFD1-929B4F0ED58E}" destId="{9BA77DE8-71EF-42DB-B6E7-94116D7411E1}" srcOrd="3" destOrd="0" parTransId="{3F91F166-A8C3-447A-8CBA-C909ADD198B9}" sibTransId="{363DE761-9B23-4AA0-881D-D893C2E25663}"/>
    <dgm:cxn modelId="{BC593643-AC14-4F19-8B45-68FBB9D64F57}" type="presOf" srcId="{0C782815-EA2F-4E8C-A41B-7B89B6E2ADE1}" destId="{296AE3F3-4FDE-479C-9C20-FACDFD0B1B61}" srcOrd="0" destOrd="0" presId="urn:microsoft.com/office/officeart/2005/8/layout/vList2"/>
    <dgm:cxn modelId="{01359988-E825-4031-95A1-8C7237924216}" srcId="{043C2CA3-2D0D-4E85-BFD1-929B4F0ED58E}" destId="{890E7B3F-8CD8-4825-94B9-AC1067859A4F}" srcOrd="5" destOrd="0" parTransId="{7E8FA8E0-DF75-4E21-BA16-A466D173D0CA}" sibTransId="{145AC3EA-6693-42BD-AF1F-C3E70352CC13}"/>
    <dgm:cxn modelId="{136E468B-EE82-4B3F-B02D-4D72CAE3DB30}" type="presOf" srcId="{898CFC36-7BC7-426C-BC18-0E365946F2B5}" destId="{90879690-B247-44E6-AB0C-7F55EE744E78}" srcOrd="0" destOrd="0" presId="urn:microsoft.com/office/officeart/2005/8/layout/vList2"/>
    <dgm:cxn modelId="{1BAFE794-BA2B-4BB4-8B5B-0B22B16252C4}" type="presOf" srcId="{A4C6D447-B100-41DD-8CEF-4D7D0A2E4149}" destId="{4D63E90E-3245-4B2F-83F7-BA600BF1F6C1}" srcOrd="0" destOrd="0" presId="urn:microsoft.com/office/officeart/2005/8/layout/vList2"/>
    <dgm:cxn modelId="{CDBBB2AB-2036-4E0B-860F-62F7D9C89EAD}" srcId="{043C2CA3-2D0D-4E85-BFD1-929B4F0ED58E}" destId="{4B665080-6F6D-4FA7-B010-736210DF3100}" srcOrd="0" destOrd="0" parTransId="{291C8B22-D02A-4C02-9F7B-F3A086665327}" sibTransId="{5B08709A-E4A3-4FEA-83FF-5F8C90EAC670}"/>
    <dgm:cxn modelId="{3B6296B7-B2BE-47EF-A4AF-D9AB66AC2C7E}" srcId="{043C2CA3-2D0D-4E85-BFD1-929B4F0ED58E}" destId="{A4C6D447-B100-41DD-8CEF-4D7D0A2E4149}" srcOrd="1" destOrd="0" parTransId="{0DA9D2B2-BA8F-436F-9CEC-AFC3913F8D2F}" sibTransId="{3F5B9499-203B-4657-9248-8A8BAD947D4D}"/>
    <dgm:cxn modelId="{90067CE3-2ADC-4DDE-BFFD-3177A258EA49}" type="presOf" srcId="{4B665080-6F6D-4FA7-B010-736210DF3100}" destId="{D55A9A04-2A87-4991-9D4F-F348F5CD7FE7}" srcOrd="0" destOrd="0" presId="urn:microsoft.com/office/officeart/2005/8/layout/vList2"/>
    <dgm:cxn modelId="{BFD453F2-CB27-474B-952F-94714EAB2B13}" type="presOf" srcId="{9BA77DE8-71EF-42DB-B6E7-94116D7411E1}" destId="{3A03D2CB-1468-4FEA-976F-708737D0A6F9}" srcOrd="0" destOrd="0" presId="urn:microsoft.com/office/officeart/2005/8/layout/vList2"/>
    <dgm:cxn modelId="{BD0B08F6-4DB1-4E4D-8702-4C77E7F175BF}" srcId="{043C2CA3-2D0D-4E85-BFD1-929B4F0ED58E}" destId="{0C782815-EA2F-4E8C-A41B-7B89B6E2ADE1}" srcOrd="4" destOrd="0" parTransId="{E0FCFB23-8DA4-4B43-BE94-646EE9190321}" sibTransId="{0CA85214-7751-42D3-8C9D-28AC39F3F77B}"/>
    <dgm:cxn modelId="{FD784FFD-1BB3-4B63-A4A7-EDDDF3192884}" type="presOf" srcId="{043C2CA3-2D0D-4E85-BFD1-929B4F0ED58E}" destId="{AA8A4FC4-D1CF-4576-9112-DB7D1C90B783}" srcOrd="0" destOrd="0" presId="urn:microsoft.com/office/officeart/2005/8/layout/vList2"/>
    <dgm:cxn modelId="{7489139A-B0A5-4875-AA01-88846EC20496}" type="presParOf" srcId="{AA8A4FC4-D1CF-4576-9112-DB7D1C90B783}" destId="{D55A9A04-2A87-4991-9D4F-F348F5CD7FE7}" srcOrd="0" destOrd="0" presId="urn:microsoft.com/office/officeart/2005/8/layout/vList2"/>
    <dgm:cxn modelId="{11FB7785-3F46-4D3A-823F-8A42C2C9682F}" type="presParOf" srcId="{AA8A4FC4-D1CF-4576-9112-DB7D1C90B783}" destId="{542468C9-37D1-4680-8B33-EC90BF6DAFCD}" srcOrd="1" destOrd="0" presId="urn:microsoft.com/office/officeart/2005/8/layout/vList2"/>
    <dgm:cxn modelId="{25ED62ED-88E5-4E25-AEA7-D62D8E8B2068}" type="presParOf" srcId="{AA8A4FC4-D1CF-4576-9112-DB7D1C90B783}" destId="{4D63E90E-3245-4B2F-83F7-BA600BF1F6C1}" srcOrd="2" destOrd="0" presId="urn:microsoft.com/office/officeart/2005/8/layout/vList2"/>
    <dgm:cxn modelId="{24931A14-0DFE-4C2A-9F8A-6D32454C2215}" type="presParOf" srcId="{AA8A4FC4-D1CF-4576-9112-DB7D1C90B783}" destId="{AB3AA370-A891-4604-BE6A-D268022E5964}" srcOrd="3" destOrd="0" presId="urn:microsoft.com/office/officeart/2005/8/layout/vList2"/>
    <dgm:cxn modelId="{0EF08551-0610-46A3-99D3-4637D24ADC44}" type="presParOf" srcId="{AA8A4FC4-D1CF-4576-9112-DB7D1C90B783}" destId="{90879690-B247-44E6-AB0C-7F55EE744E78}" srcOrd="4" destOrd="0" presId="urn:microsoft.com/office/officeart/2005/8/layout/vList2"/>
    <dgm:cxn modelId="{AC9D4AD4-0948-4D73-8B9A-4AD45AA62E39}" type="presParOf" srcId="{AA8A4FC4-D1CF-4576-9112-DB7D1C90B783}" destId="{1CF1C871-80F3-4563-BFEE-E5A2FCEA5DA1}" srcOrd="5" destOrd="0" presId="urn:microsoft.com/office/officeart/2005/8/layout/vList2"/>
    <dgm:cxn modelId="{B9BE1790-B91A-4E8E-865B-9C784B847E8C}" type="presParOf" srcId="{AA8A4FC4-D1CF-4576-9112-DB7D1C90B783}" destId="{3A03D2CB-1468-4FEA-976F-708737D0A6F9}" srcOrd="6" destOrd="0" presId="urn:microsoft.com/office/officeart/2005/8/layout/vList2"/>
    <dgm:cxn modelId="{887BBD00-01F1-4552-A28B-CD63B45A678E}" type="presParOf" srcId="{AA8A4FC4-D1CF-4576-9112-DB7D1C90B783}" destId="{195539A3-02D8-4A07-B443-E47A2298DB82}" srcOrd="7" destOrd="0" presId="urn:microsoft.com/office/officeart/2005/8/layout/vList2"/>
    <dgm:cxn modelId="{83988B07-14F5-4D75-A7E0-3C6E62B61FA9}" type="presParOf" srcId="{AA8A4FC4-D1CF-4576-9112-DB7D1C90B783}" destId="{296AE3F3-4FDE-479C-9C20-FACDFD0B1B61}" srcOrd="8" destOrd="0" presId="urn:microsoft.com/office/officeart/2005/8/layout/vList2"/>
    <dgm:cxn modelId="{C197BB0C-479E-4924-8569-C86B79149E93}" type="presParOf" srcId="{AA8A4FC4-D1CF-4576-9112-DB7D1C90B783}" destId="{7C0587B5-D55F-4ABD-92D1-3B0F9CCBEDF8}" srcOrd="9" destOrd="0" presId="urn:microsoft.com/office/officeart/2005/8/layout/vList2"/>
    <dgm:cxn modelId="{FBAA11F0-CBAA-4265-AAD3-82E7375B0546}" type="presParOf" srcId="{AA8A4FC4-D1CF-4576-9112-DB7D1C90B783}" destId="{298DE993-854D-4D2E-BBC1-15ABE011ED5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3415032-27C8-4E65-AC88-47E459F46DCD}" type="doc">
      <dgm:prSet loTypeId="urn:microsoft.com/office/officeart/2005/8/layout/vList2" loCatId="list" qsTypeId="urn:microsoft.com/office/officeart/2005/8/quickstyle/simple1#12" qsCatId="simple" csTypeId="urn:microsoft.com/office/officeart/2005/8/colors/accent1_2#8" csCatId="accent1"/>
      <dgm:spPr/>
      <dgm:t>
        <a:bodyPr/>
        <a:lstStyle/>
        <a:p>
          <a:endParaRPr lang="en-US"/>
        </a:p>
      </dgm:t>
    </dgm:pt>
    <dgm:pt modelId="{F7F94E33-48BA-483A-9F5E-865B77A1A54A}">
      <dgm:prSet/>
      <dgm:spPr/>
      <dgm:t>
        <a:bodyPr/>
        <a:lstStyle/>
        <a:p>
          <a:r>
            <a:rPr lang="en-US"/>
            <a:t>States</a:t>
          </a:r>
        </a:p>
      </dgm:t>
    </dgm:pt>
    <dgm:pt modelId="{E3608AF4-0084-4914-81F2-070CD31B8212}" type="parTrans" cxnId="{368B5DBB-5CA8-4B52-A0C3-C3C325A14402}">
      <dgm:prSet/>
      <dgm:spPr/>
      <dgm:t>
        <a:bodyPr/>
        <a:lstStyle/>
        <a:p>
          <a:endParaRPr lang="en-US"/>
        </a:p>
      </dgm:t>
    </dgm:pt>
    <dgm:pt modelId="{E79E1BB6-125F-4E85-974A-BB5F9C628F89}" type="sibTrans" cxnId="{368B5DBB-5CA8-4B52-A0C3-C3C325A14402}">
      <dgm:prSet/>
      <dgm:spPr/>
      <dgm:t>
        <a:bodyPr/>
        <a:lstStyle/>
        <a:p>
          <a:endParaRPr lang="en-US"/>
        </a:p>
      </dgm:t>
    </dgm:pt>
    <dgm:pt modelId="{82C75B6E-0783-4A69-8FDA-8655AEA6669E}">
      <dgm:prSet/>
      <dgm:spPr/>
      <dgm:t>
        <a:bodyPr/>
        <a:lstStyle/>
        <a:p>
          <a:r>
            <a:rPr lang="en-US"/>
            <a:t>Year of production</a:t>
          </a:r>
        </a:p>
      </dgm:t>
    </dgm:pt>
    <dgm:pt modelId="{6FDA022C-4982-403B-8AC0-2E3BC71B7D8A}" type="parTrans" cxnId="{8D838F8E-FBE0-4230-AE81-0557EC9E8613}">
      <dgm:prSet/>
      <dgm:spPr/>
      <dgm:t>
        <a:bodyPr/>
        <a:lstStyle/>
        <a:p>
          <a:endParaRPr lang="en-US"/>
        </a:p>
      </dgm:t>
    </dgm:pt>
    <dgm:pt modelId="{EF4A8DE2-E7A0-46C7-9EF7-77A41B70DB84}" type="sibTrans" cxnId="{8D838F8E-FBE0-4230-AE81-0557EC9E8613}">
      <dgm:prSet/>
      <dgm:spPr/>
      <dgm:t>
        <a:bodyPr/>
        <a:lstStyle/>
        <a:p>
          <a:endParaRPr lang="en-US"/>
        </a:p>
      </dgm:t>
    </dgm:pt>
    <dgm:pt modelId="{CCC65A6D-FE2A-46E6-9D8B-7F226B16B08F}">
      <dgm:prSet/>
      <dgm:spPr/>
      <dgm:t>
        <a:bodyPr/>
        <a:lstStyle/>
        <a:p>
          <a:r>
            <a:rPr lang="en-US"/>
            <a:t>Turbine heights</a:t>
          </a:r>
        </a:p>
      </dgm:t>
    </dgm:pt>
    <dgm:pt modelId="{38AF611F-FF5B-47A6-9344-6B0F0F969981}" type="parTrans" cxnId="{45CFDA77-D99F-4D9D-B898-AC2DB5C59018}">
      <dgm:prSet/>
      <dgm:spPr/>
      <dgm:t>
        <a:bodyPr/>
        <a:lstStyle/>
        <a:p>
          <a:endParaRPr lang="en-US"/>
        </a:p>
      </dgm:t>
    </dgm:pt>
    <dgm:pt modelId="{A103B803-E0CE-44DB-B5BB-994485CC58A8}" type="sibTrans" cxnId="{45CFDA77-D99F-4D9D-B898-AC2DB5C59018}">
      <dgm:prSet/>
      <dgm:spPr/>
      <dgm:t>
        <a:bodyPr/>
        <a:lstStyle/>
        <a:p>
          <a:endParaRPr lang="en-US"/>
        </a:p>
      </dgm:t>
    </dgm:pt>
    <dgm:pt modelId="{175DDBE5-4159-489B-BC2F-34826A1A055B}">
      <dgm:prSet/>
      <dgm:spPr/>
      <dgm:t>
        <a:bodyPr/>
        <a:lstStyle/>
        <a:p>
          <a:r>
            <a:rPr lang="en-US"/>
            <a:t>Turbine capacity</a:t>
          </a:r>
        </a:p>
      </dgm:t>
    </dgm:pt>
    <dgm:pt modelId="{690ADC1D-FFEC-449B-8E10-BC6EE6DD8002}" type="parTrans" cxnId="{2FA15759-0790-40E3-AE8B-F7C155190E8F}">
      <dgm:prSet/>
      <dgm:spPr/>
      <dgm:t>
        <a:bodyPr/>
        <a:lstStyle/>
        <a:p>
          <a:endParaRPr lang="en-US"/>
        </a:p>
      </dgm:t>
    </dgm:pt>
    <dgm:pt modelId="{D40AFF87-6DD3-4072-A800-19B106D08944}" type="sibTrans" cxnId="{2FA15759-0790-40E3-AE8B-F7C155190E8F}">
      <dgm:prSet/>
      <dgm:spPr/>
      <dgm:t>
        <a:bodyPr/>
        <a:lstStyle/>
        <a:p>
          <a:endParaRPr lang="en-US"/>
        </a:p>
      </dgm:t>
    </dgm:pt>
    <dgm:pt modelId="{292BFCD7-8800-4E57-AB55-20910D4BF877}">
      <dgm:prSet/>
      <dgm:spPr/>
      <dgm:t>
        <a:bodyPr/>
        <a:lstStyle/>
        <a:p>
          <a:r>
            <a:rPr lang="en-US"/>
            <a:t>The manufacturers</a:t>
          </a:r>
        </a:p>
      </dgm:t>
    </dgm:pt>
    <dgm:pt modelId="{D5A760C7-2220-4960-B676-01A788A57756}" type="parTrans" cxnId="{031242B8-361C-4426-B27B-C3AF79DE0C13}">
      <dgm:prSet/>
      <dgm:spPr/>
      <dgm:t>
        <a:bodyPr/>
        <a:lstStyle/>
        <a:p>
          <a:endParaRPr lang="en-US"/>
        </a:p>
      </dgm:t>
    </dgm:pt>
    <dgm:pt modelId="{EA44C671-65FC-42E7-BCE8-5B7829DEB38A}" type="sibTrans" cxnId="{031242B8-361C-4426-B27B-C3AF79DE0C13}">
      <dgm:prSet/>
      <dgm:spPr/>
      <dgm:t>
        <a:bodyPr/>
        <a:lstStyle/>
        <a:p>
          <a:endParaRPr lang="en-US"/>
        </a:p>
      </dgm:t>
    </dgm:pt>
    <dgm:pt modelId="{5FEB8B4F-1A82-4ED0-A65A-8C907A592BE2}" type="pres">
      <dgm:prSet presAssocID="{33415032-27C8-4E65-AC88-47E459F46DCD}" presName="linear" presStyleCnt="0">
        <dgm:presLayoutVars>
          <dgm:animLvl val="lvl"/>
          <dgm:resizeHandles val="exact"/>
        </dgm:presLayoutVars>
      </dgm:prSet>
      <dgm:spPr/>
    </dgm:pt>
    <dgm:pt modelId="{301862A7-501D-4808-B6E1-85E1E84C001D}" type="pres">
      <dgm:prSet presAssocID="{F7F94E33-48BA-483A-9F5E-865B77A1A54A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3762D0A2-72E6-4898-ABC2-52577CD7B869}" type="pres">
      <dgm:prSet presAssocID="{E79E1BB6-125F-4E85-974A-BB5F9C628F89}" presName="spacer" presStyleCnt="0"/>
      <dgm:spPr/>
    </dgm:pt>
    <dgm:pt modelId="{33E5708E-F5EB-4B29-89F3-DC529092A0EB}" type="pres">
      <dgm:prSet presAssocID="{82C75B6E-0783-4A69-8FDA-8655AEA6669E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8680CCD2-D443-44D4-87BC-DD249865AB25}" type="pres">
      <dgm:prSet presAssocID="{EF4A8DE2-E7A0-46C7-9EF7-77A41B70DB84}" presName="spacer" presStyleCnt="0"/>
      <dgm:spPr/>
    </dgm:pt>
    <dgm:pt modelId="{733FE754-EC44-419A-AE26-60B209FB4AE6}" type="pres">
      <dgm:prSet presAssocID="{CCC65A6D-FE2A-46E6-9D8B-7F226B16B08F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363C9AE2-E1F1-4821-9FD7-9FF8859E5CA7}" type="pres">
      <dgm:prSet presAssocID="{A103B803-E0CE-44DB-B5BB-994485CC58A8}" presName="spacer" presStyleCnt="0"/>
      <dgm:spPr/>
    </dgm:pt>
    <dgm:pt modelId="{FC262024-A052-4503-B7DB-2BCE75FE9090}" type="pres">
      <dgm:prSet presAssocID="{175DDBE5-4159-489B-BC2F-34826A1A055B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27E9CC00-5E46-42C5-93C8-B44C1AFA206D}" type="pres">
      <dgm:prSet presAssocID="{D40AFF87-6DD3-4072-A800-19B106D08944}" presName="spacer" presStyleCnt="0"/>
      <dgm:spPr/>
    </dgm:pt>
    <dgm:pt modelId="{DA8C88CC-4416-4A3F-94EE-33F5E4937563}" type="pres">
      <dgm:prSet presAssocID="{292BFCD7-8800-4E57-AB55-20910D4BF877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CEFE2C66-B3E9-427A-A49F-1E22F3BA353B}" type="presOf" srcId="{175DDBE5-4159-489B-BC2F-34826A1A055B}" destId="{FC262024-A052-4503-B7DB-2BCE75FE9090}" srcOrd="0" destOrd="0" presId="urn:microsoft.com/office/officeart/2005/8/layout/vList2"/>
    <dgm:cxn modelId="{45CFDA77-D99F-4D9D-B898-AC2DB5C59018}" srcId="{33415032-27C8-4E65-AC88-47E459F46DCD}" destId="{CCC65A6D-FE2A-46E6-9D8B-7F226B16B08F}" srcOrd="2" destOrd="0" parTransId="{38AF611F-FF5B-47A6-9344-6B0F0F969981}" sibTransId="{A103B803-E0CE-44DB-B5BB-994485CC58A8}"/>
    <dgm:cxn modelId="{2FA15759-0790-40E3-AE8B-F7C155190E8F}" srcId="{33415032-27C8-4E65-AC88-47E459F46DCD}" destId="{175DDBE5-4159-489B-BC2F-34826A1A055B}" srcOrd="3" destOrd="0" parTransId="{690ADC1D-FFEC-449B-8E10-BC6EE6DD8002}" sibTransId="{D40AFF87-6DD3-4072-A800-19B106D08944}"/>
    <dgm:cxn modelId="{0974DC8A-0BB6-4809-B85D-95CAD45FAF6D}" type="presOf" srcId="{292BFCD7-8800-4E57-AB55-20910D4BF877}" destId="{DA8C88CC-4416-4A3F-94EE-33F5E4937563}" srcOrd="0" destOrd="0" presId="urn:microsoft.com/office/officeart/2005/8/layout/vList2"/>
    <dgm:cxn modelId="{8D838F8E-FBE0-4230-AE81-0557EC9E8613}" srcId="{33415032-27C8-4E65-AC88-47E459F46DCD}" destId="{82C75B6E-0783-4A69-8FDA-8655AEA6669E}" srcOrd="1" destOrd="0" parTransId="{6FDA022C-4982-403B-8AC0-2E3BC71B7D8A}" sibTransId="{EF4A8DE2-E7A0-46C7-9EF7-77A41B70DB84}"/>
    <dgm:cxn modelId="{3C8DA5B1-597C-445B-96D8-F78BE18AAA1A}" type="presOf" srcId="{82C75B6E-0783-4A69-8FDA-8655AEA6669E}" destId="{33E5708E-F5EB-4B29-89F3-DC529092A0EB}" srcOrd="0" destOrd="0" presId="urn:microsoft.com/office/officeart/2005/8/layout/vList2"/>
    <dgm:cxn modelId="{CC72EEB5-3C46-43B8-B480-922136178504}" type="presOf" srcId="{CCC65A6D-FE2A-46E6-9D8B-7F226B16B08F}" destId="{733FE754-EC44-419A-AE26-60B209FB4AE6}" srcOrd="0" destOrd="0" presId="urn:microsoft.com/office/officeart/2005/8/layout/vList2"/>
    <dgm:cxn modelId="{031242B8-361C-4426-B27B-C3AF79DE0C13}" srcId="{33415032-27C8-4E65-AC88-47E459F46DCD}" destId="{292BFCD7-8800-4E57-AB55-20910D4BF877}" srcOrd="4" destOrd="0" parTransId="{D5A760C7-2220-4960-B676-01A788A57756}" sibTransId="{EA44C671-65FC-42E7-BCE8-5B7829DEB38A}"/>
    <dgm:cxn modelId="{368B5DBB-5CA8-4B52-A0C3-C3C325A14402}" srcId="{33415032-27C8-4E65-AC88-47E459F46DCD}" destId="{F7F94E33-48BA-483A-9F5E-865B77A1A54A}" srcOrd="0" destOrd="0" parTransId="{E3608AF4-0084-4914-81F2-070CD31B8212}" sibTransId="{E79E1BB6-125F-4E85-974A-BB5F9C628F89}"/>
    <dgm:cxn modelId="{4BE843E2-FD4B-4DE5-8204-E48835A6B5D3}" type="presOf" srcId="{F7F94E33-48BA-483A-9F5E-865B77A1A54A}" destId="{301862A7-501D-4808-B6E1-85E1E84C001D}" srcOrd="0" destOrd="0" presId="urn:microsoft.com/office/officeart/2005/8/layout/vList2"/>
    <dgm:cxn modelId="{CC9281F3-392B-4E85-8467-2849C911DDAD}" type="presOf" srcId="{33415032-27C8-4E65-AC88-47E459F46DCD}" destId="{5FEB8B4F-1A82-4ED0-A65A-8C907A592BE2}" srcOrd="0" destOrd="0" presId="urn:microsoft.com/office/officeart/2005/8/layout/vList2"/>
    <dgm:cxn modelId="{83D00A37-B879-4B7B-A543-4B524DE39390}" type="presParOf" srcId="{5FEB8B4F-1A82-4ED0-A65A-8C907A592BE2}" destId="{301862A7-501D-4808-B6E1-85E1E84C001D}" srcOrd="0" destOrd="0" presId="urn:microsoft.com/office/officeart/2005/8/layout/vList2"/>
    <dgm:cxn modelId="{289D6A4F-F34E-43E4-9354-42C933471B83}" type="presParOf" srcId="{5FEB8B4F-1A82-4ED0-A65A-8C907A592BE2}" destId="{3762D0A2-72E6-4898-ABC2-52577CD7B869}" srcOrd="1" destOrd="0" presId="urn:microsoft.com/office/officeart/2005/8/layout/vList2"/>
    <dgm:cxn modelId="{EADBC94A-1288-455D-858F-2A72C1336A18}" type="presParOf" srcId="{5FEB8B4F-1A82-4ED0-A65A-8C907A592BE2}" destId="{33E5708E-F5EB-4B29-89F3-DC529092A0EB}" srcOrd="2" destOrd="0" presId="urn:microsoft.com/office/officeart/2005/8/layout/vList2"/>
    <dgm:cxn modelId="{A5CFCC19-DD21-401E-A91D-608DDC19BB65}" type="presParOf" srcId="{5FEB8B4F-1A82-4ED0-A65A-8C907A592BE2}" destId="{8680CCD2-D443-44D4-87BC-DD249865AB25}" srcOrd="3" destOrd="0" presId="urn:microsoft.com/office/officeart/2005/8/layout/vList2"/>
    <dgm:cxn modelId="{1FB6BD8E-399E-443C-A8FC-F21D5C68661B}" type="presParOf" srcId="{5FEB8B4F-1A82-4ED0-A65A-8C907A592BE2}" destId="{733FE754-EC44-419A-AE26-60B209FB4AE6}" srcOrd="4" destOrd="0" presId="urn:microsoft.com/office/officeart/2005/8/layout/vList2"/>
    <dgm:cxn modelId="{582E2530-824E-4E14-9FBF-A9AE76400F85}" type="presParOf" srcId="{5FEB8B4F-1A82-4ED0-A65A-8C907A592BE2}" destId="{363C9AE2-E1F1-4821-9FD7-9FF8859E5CA7}" srcOrd="5" destOrd="0" presId="urn:microsoft.com/office/officeart/2005/8/layout/vList2"/>
    <dgm:cxn modelId="{1838F71B-3500-463C-B0D7-612A3DE6E681}" type="presParOf" srcId="{5FEB8B4F-1A82-4ED0-A65A-8C907A592BE2}" destId="{FC262024-A052-4503-B7DB-2BCE75FE9090}" srcOrd="6" destOrd="0" presId="urn:microsoft.com/office/officeart/2005/8/layout/vList2"/>
    <dgm:cxn modelId="{C6B4EE2F-24BB-4E2A-8762-56F8B7C1750B}" type="presParOf" srcId="{5FEB8B4F-1A82-4ED0-A65A-8C907A592BE2}" destId="{27E9CC00-5E46-42C5-93C8-B44C1AFA206D}" srcOrd="7" destOrd="0" presId="urn:microsoft.com/office/officeart/2005/8/layout/vList2"/>
    <dgm:cxn modelId="{A1689EFF-5949-40CA-8C57-0B126C4682CC}" type="presParOf" srcId="{5FEB8B4F-1A82-4ED0-A65A-8C907A592BE2}" destId="{DA8C88CC-4416-4A3F-94EE-33F5E4937563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5A9A04-2A87-4991-9D4F-F348F5CD7FE7}">
      <dsp:nvSpPr>
        <dsp:cNvPr id="0" name=""/>
        <dsp:cNvSpPr/>
      </dsp:nvSpPr>
      <dsp:spPr>
        <a:xfrm>
          <a:off x="0" y="72008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Identify the keys that affect the decision</a:t>
          </a:r>
        </a:p>
      </dsp:txBody>
      <dsp:txXfrm>
        <a:off x="31185" y="103193"/>
        <a:ext cx="10453230" cy="576450"/>
      </dsp:txXfrm>
    </dsp:sp>
    <dsp:sp modelId="{4D63E90E-3245-4B2F-83F7-BA600BF1F6C1}">
      <dsp:nvSpPr>
        <dsp:cNvPr id="0" name=""/>
        <dsp:cNvSpPr/>
      </dsp:nvSpPr>
      <dsp:spPr>
        <a:xfrm>
          <a:off x="0" y="7857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Identify the top counties in leading</a:t>
          </a:r>
        </a:p>
      </dsp:txBody>
      <dsp:txXfrm>
        <a:off x="31185" y="816894"/>
        <a:ext cx="10453230" cy="576450"/>
      </dsp:txXfrm>
    </dsp:sp>
    <dsp:sp modelId="{90879690-B247-44E6-AB0C-7F55EE744E78}">
      <dsp:nvSpPr>
        <dsp:cNvPr id="0" name=""/>
        <dsp:cNvSpPr/>
      </dsp:nvSpPr>
      <dsp:spPr>
        <a:xfrm>
          <a:off x="0" y="14994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analyze the growth of turbine capacity over the years</a:t>
          </a:r>
        </a:p>
      </dsp:txBody>
      <dsp:txXfrm>
        <a:off x="31185" y="1530594"/>
        <a:ext cx="10453230" cy="576450"/>
      </dsp:txXfrm>
    </dsp:sp>
    <dsp:sp modelId="{3A03D2CB-1468-4FEA-976F-708737D0A6F9}">
      <dsp:nvSpPr>
        <dsp:cNvPr id="0" name=""/>
        <dsp:cNvSpPr/>
      </dsp:nvSpPr>
      <dsp:spPr>
        <a:xfrm>
          <a:off x="0" y="22131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examine the physical evolution of hub height</a:t>
          </a:r>
        </a:p>
      </dsp:txBody>
      <dsp:txXfrm>
        <a:off x="31185" y="2244294"/>
        <a:ext cx="10453230" cy="576450"/>
      </dsp:txXfrm>
    </dsp:sp>
    <dsp:sp modelId="{296AE3F3-4FDE-479C-9C20-FACDFD0B1B61}">
      <dsp:nvSpPr>
        <dsp:cNvPr id="0" name=""/>
        <dsp:cNvSpPr/>
      </dsp:nvSpPr>
      <dsp:spPr>
        <a:xfrm>
          <a:off x="0" y="29268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compare the market share of GE Wind, Vestas, and other OEMs</a:t>
          </a:r>
        </a:p>
      </dsp:txBody>
      <dsp:txXfrm>
        <a:off x="31185" y="2957994"/>
        <a:ext cx="10453230" cy="576450"/>
      </dsp:txXfrm>
    </dsp:sp>
    <dsp:sp modelId="{298DE993-854D-4D2E-BBC1-15ABE011ED54}">
      <dsp:nvSpPr>
        <dsp:cNvPr id="0" name=""/>
        <dsp:cNvSpPr/>
      </dsp:nvSpPr>
      <dsp:spPr>
        <a:xfrm>
          <a:off x="0" y="3640509"/>
          <a:ext cx="10515600" cy="63882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kern="1200"/>
            <a:t>Recommendations</a:t>
          </a:r>
        </a:p>
      </dsp:txBody>
      <dsp:txXfrm>
        <a:off x="31185" y="3671694"/>
        <a:ext cx="10453230" cy="5764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1862A7-501D-4808-B6E1-85E1E84C001D}">
      <dsp:nvSpPr>
        <dsp:cNvPr id="0" name=""/>
        <dsp:cNvSpPr/>
      </dsp:nvSpPr>
      <dsp:spPr>
        <a:xfrm>
          <a:off x="0" y="257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States</a:t>
          </a:r>
        </a:p>
      </dsp:txBody>
      <dsp:txXfrm>
        <a:off x="38381" y="64129"/>
        <a:ext cx="10438838" cy="709478"/>
      </dsp:txXfrm>
    </dsp:sp>
    <dsp:sp modelId="{33E5708E-F5EB-4B29-89F3-DC529092A0EB}">
      <dsp:nvSpPr>
        <dsp:cNvPr id="0" name=""/>
        <dsp:cNvSpPr/>
      </dsp:nvSpPr>
      <dsp:spPr>
        <a:xfrm>
          <a:off x="0" y="904148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Year of production</a:t>
          </a:r>
        </a:p>
      </dsp:txBody>
      <dsp:txXfrm>
        <a:off x="38381" y="942529"/>
        <a:ext cx="10438838" cy="709478"/>
      </dsp:txXfrm>
    </dsp:sp>
    <dsp:sp modelId="{733FE754-EC44-419A-AE26-60B209FB4AE6}">
      <dsp:nvSpPr>
        <dsp:cNvPr id="0" name=""/>
        <dsp:cNvSpPr/>
      </dsp:nvSpPr>
      <dsp:spPr>
        <a:xfrm>
          <a:off x="0" y="17825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Turbine heights</a:t>
          </a:r>
        </a:p>
      </dsp:txBody>
      <dsp:txXfrm>
        <a:off x="38381" y="1820930"/>
        <a:ext cx="10438838" cy="709478"/>
      </dsp:txXfrm>
    </dsp:sp>
    <dsp:sp modelId="{FC262024-A052-4503-B7DB-2BCE75FE9090}">
      <dsp:nvSpPr>
        <dsp:cNvPr id="0" name=""/>
        <dsp:cNvSpPr/>
      </dsp:nvSpPr>
      <dsp:spPr>
        <a:xfrm>
          <a:off x="0" y="26609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Turbine capacity</a:t>
          </a:r>
        </a:p>
      </dsp:txBody>
      <dsp:txXfrm>
        <a:off x="38381" y="2699330"/>
        <a:ext cx="10438838" cy="709478"/>
      </dsp:txXfrm>
    </dsp:sp>
    <dsp:sp modelId="{DA8C88CC-4416-4A3F-94EE-33F5E4937563}">
      <dsp:nvSpPr>
        <dsp:cNvPr id="0" name=""/>
        <dsp:cNvSpPr/>
      </dsp:nvSpPr>
      <dsp:spPr>
        <a:xfrm>
          <a:off x="0" y="3539349"/>
          <a:ext cx="10515600" cy="78624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/>
            <a:t>The manufacturers</a:t>
          </a:r>
        </a:p>
      </dsp:txBody>
      <dsp:txXfrm>
        <a:off x="38381" y="3577730"/>
        <a:ext cx="10438838" cy="7094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1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2D3A6-1BC6-44DD-C3B0-62EB44AA4D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836C58-0F3D-3F9A-1203-E7299D7ACE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7E6CE7-9AC6-D036-7E7B-E4283F1C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C7E62-533D-4A94-A8FD-6BAA583DB2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C8B8D-B801-E1AA-0D46-7CD695275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2178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FD0E4-898B-8FDC-692D-0349D5B9A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949F06-0FBF-914C-EF33-69D2C7729D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96A750-D593-6EF7-BA9A-E7A4D51F37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75B6C-E3C3-C919-D7FD-51989E0CC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F42DA7-CA72-5A59-FD6E-95312DEF2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990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58257-A728-B1C9-31AE-C686BAE8DA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7E4C1B-F248-5F1C-B4F8-09DCB5AFF8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04421-2E0F-EB8B-6823-29906FD2D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532FCF-183B-9C80-49F2-BE5F5F377C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C8A87C-BC1B-0DE2-A1C7-AF6742D12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701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5ED297-B813-F6EC-E0B5-4A1294453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1FBCD-7B37-CDCE-3D11-51AB50C878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BF1B14-6ECB-3992-DB73-D607FB8C34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2407FF0-EB5A-C877-40D2-5A50471EC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5CC794-DFB9-B7EE-EE48-8B7ABF05B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ECAFA-A3E7-CEAE-B75A-1CB38E08F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7296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6E84C3-0120-ECAE-FB5E-DB1094D887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AB69D2-4616-C9E5-7F99-DA9F9F4B38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24D011-6139-4E34-5EE5-91F7E97226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1FB4AC-3234-AF83-8061-91BD6CA0B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D5EE4C6-B23B-BC3D-A320-CB40AB92C1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B02444-C5A3-999A-4B91-0187FB9E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4F3619-1E0D-AF28-9B7F-1C3F3D5D2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88E2B9-59BE-0297-110D-5CF90CCBCF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106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BC0345-D70B-FC09-2B16-52ED25E77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C9B86DA-CC39-563F-1D39-7B5A55A58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27C049-BF98-7A3B-666F-11D09C973B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6CD66C-A91C-D253-C47C-E3F76D9B7C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0638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96859-A66B-4157-1211-36CDF18DD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1701B96-E9BE-6F00-EBDB-D74993D16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C71F9EC-81FF-BF82-BF9A-A2D061D6D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61645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097C33-F402-C46C-6AC7-E4134817F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EB578-A3A8-A9F8-17D4-6266EA441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033CFC2-A5A1-3058-6260-BDD1621BFC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8512EA-2B9A-2601-1928-2FEB7107E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A6DB1-D7EC-0139-0E20-A00E6C638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67DB8-E1F9-5302-60C5-6B6BF1EE4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748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B57D85-E6EB-2CB8-75AD-99C7ECA19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1E11C9-504B-7B5F-D346-3D22E1C8CC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62B96-5A09-90A1-E362-E0A1A3069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481AF-DEE2-3609-48FB-CEAA51769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383CF6-F7DD-FCCF-BBE0-8E0C2FEA3F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A7C682-C4E1-554E-74C1-B6FAED970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63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0407A-D787-ABA0-BA8D-87919281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ADBCBE-11D0-CA93-9760-31BC838D9A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8BF937-606C-114C-D742-5C12412B6C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66CA44-B566-700F-03D2-CBE39873C6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B4B4EA-2205-C997-33E0-F6070F19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50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8257241-9C13-36EF-CCDB-B085BD529E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20897B-4E8C-C160-5851-210AD783D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5383A2-A493-8051-58A4-A0A7E32D9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93085-C81D-DE33-8F5B-F7BB0476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7BDD81-C433-2A7B-2AAD-E538CEA5E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00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AF2CE-3E5C-9065-46E2-30514B9ED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EF0F27-F5EC-12B1-A7BF-3C227EC373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330CBF-8999-0760-AB6E-B46C215B33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ECFBE1-070A-585F-487D-596FAFFD68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E5D3F-F8C9-6521-4089-3660C06209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90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Video 3" descr="Windmills">
            <a:extLst>
              <a:ext uri="{FF2B5EF4-FFF2-40B4-BE49-F238E27FC236}">
                <a16:creationId xmlns:a16="http://schemas.microsoft.com/office/drawing/2014/main" id="{FC443EAD-2FF7-397E-5787-9615D948A73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t="284" r="-1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DA27806-F3A4-5E3D-2C0F-2E002002D0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6097" y="2848868"/>
            <a:ext cx="11079805" cy="1160264"/>
          </a:xfrm>
        </p:spPr>
        <p:txBody>
          <a:bodyPr>
            <a:normAutofit/>
          </a:bodyPr>
          <a:lstStyle/>
          <a:p>
            <a:r>
              <a:rPr lang="en-US" sz="7200" dirty="0">
                <a:solidFill>
                  <a:srgbClr val="FFFFFF"/>
                </a:solidFill>
              </a:rPr>
              <a:t>Wind turbines</a:t>
            </a:r>
          </a:p>
        </p:txBody>
      </p:sp>
    </p:spTree>
    <p:extLst>
      <p:ext uri="{BB962C8B-B14F-4D97-AF65-F5344CB8AC3E}">
        <p14:creationId xmlns:p14="http://schemas.microsoft.com/office/powerpoint/2010/main" val="39624456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2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A2FCF8-CF37-52E9-860E-05459BA71E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Problem statment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271BBC-28CD-A8F0-C1F0-B83178A4AB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2000" dirty="0"/>
              <a:t>The costs of establishing wind farms have risen by 35% due to technological upgrades and the specific demands of site selection. Investors in this sector incur massive expenses; without a precise analysis of historical data, they risk selecting suboptimal sites or inefficient turbines, thereby reducing financial returns.</a:t>
            </a:r>
          </a:p>
        </p:txBody>
      </p:sp>
      <p:pic>
        <p:nvPicPr>
          <p:cNvPr id="5" name="Picture 4" descr="Windmills in black and white background">
            <a:extLst>
              <a:ext uri="{FF2B5EF4-FFF2-40B4-BE49-F238E27FC236}">
                <a16:creationId xmlns:a16="http://schemas.microsoft.com/office/drawing/2014/main" id="{1E25F518-865F-36AE-8D6B-6C9418499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9117" r="26601" b="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6236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882440-9EB3-5C92-D94F-F6FEBD9F58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B6109B1-CE2A-4B21-76BC-383F74D86B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886898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37325-5B8F-C6A7-BC51-4F5B567AD7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Define keys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CA6FEDA-3250-16AA-65FD-73269D4285E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80960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D847D74-D3C1-6796-2F73-CDD7694BE2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16044" t="32257" r="44664" b="17301"/>
          <a:stretch>
            <a:fillRect/>
          </a:stretch>
        </p:blipFill>
        <p:spPr>
          <a:xfrm>
            <a:off x="2238575" y="643467"/>
            <a:ext cx="7714850" cy="5571065"/>
          </a:xfrm>
          <a:prstGeom prst="rect">
            <a:avLst/>
          </a:prstGeom>
          <a:ln>
            <a:noFill/>
          </a:ln>
        </p:spPr>
      </p:pic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2CF678-FFC2-90B9-D458-45049E981BF0}"/>
              </a:ext>
            </a:extLst>
          </p:cNvPr>
          <p:cNvSpPr txBox="1"/>
          <p:nvPr/>
        </p:nvSpPr>
        <p:spPr>
          <a:xfrm>
            <a:off x="1376624" y="70338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94693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BCEDB9-4E84-7439-2FEB-83E201C8A7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8650" y="739596"/>
            <a:ext cx="7472451" cy="526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83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71EFF3E-B1CA-A77A-AF7F-8DF2CC933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8225" y="767684"/>
            <a:ext cx="9835550" cy="5347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4702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Isosceles Triangle 23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6C0295A0-A419-B763-F38C-E29FA8A38E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35597"/>
            <a:ext cx="10905066" cy="5179904"/>
          </a:xfrm>
          <a:prstGeom prst="rect">
            <a:avLst/>
          </a:prstGeom>
          <a:ln>
            <a:noFill/>
          </a:ln>
        </p:spPr>
      </p:pic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334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4DFA08-58A1-A2C5-DED7-7811B99D9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2800" dirty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5DDACC-6972-19B3-CFF0-2EB51B5303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r>
              <a:rPr lang="en-US" sz="2000" b="1" dirty="0"/>
              <a:t>Optimize Site Selection:</a:t>
            </a:r>
            <a:r>
              <a:rPr lang="en-US" sz="2000" dirty="0"/>
              <a:t> Focus capital allocation on high-density hubs like Texas and the Midwest to leverage existing transmission infrastructure and streamline grid connection timelines.</a:t>
            </a:r>
            <a:endParaRPr lang="ar-BH" sz="2000" dirty="0"/>
          </a:p>
          <a:p>
            <a:r>
              <a:rPr lang="en-US" sz="2000" b="1"/>
              <a:t>Standardize High-Capacity Technology:</a:t>
            </a:r>
            <a:r>
              <a:rPr lang="en-US" sz="2000"/>
              <a:t> Deploy modern turbines with high capacities </a:t>
            </a:r>
            <a:r>
              <a:rPr lang="en-US" sz="2000" dirty="0"/>
              <a:t>to maximize energy yield per square mile and offset rising capital expenditures through reduced operational footprints.</a:t>
            </a:r>
            <a:endParaRPr lang="ar-BH" sz="2000" dirty="0"/>
          </a:p>
          <a:p>
            <a:r>
              <a:rPr lang="en-US" sz="2000" b="1" dirty="0"/>
              <a:t>Mitigate OEM &amp; Financing Risks:</a:t>
            </a:r>
            <a:r>
              <a:rPr lang="en-US" sz="2000" dirty="0"/>
              <a:t> Partner with Tier-1 manufacturers (GE Wind and Vestas) to secure bankable project financing and ensure long-term availability of spare parts and maintenance services</a:t>
            </a:r>
          </a:p>
        </p:txBody>
      </p:sp>
    </p:spTree>
    <p:extLst>
      <p:ext uri="{BB962C8B-B14F-4D97-AF65-F5344CB8AC3E}">
        <p14:creationId xmlns:p14="http://schemas.microsoft.com/office/powerpoint/2010/main" val="1913464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D2D3E2-92E5-7A0D-D0EE-9737AD6CE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0662" y="4267832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kern="1200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Thank You</a:t>
            </a:r>
          </a:p>
        </p:txBody>
      </p:sp>
      <p:pic>
        <p:nvPicPr>
          <p:cNvPr id="6" name="Graphic 5" descr="Smiling Face with No Fill">
            <a:extLst>
              <a:ext uri="{FF2B5EF4-FFF2-40B4-BE49-F238E27FC236}">
                <a16:creationId xmlns:a16="http://schemas.microsoft.com/office/drawing/2014/main" id="{0B31772D-4217-8B85-5D01-7BD7E424E9E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166391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68E67D6EC5ED143AD1EFAED7206B44A" ma:contentTypeVersion="9" ma:contentTypeDescription="Create a new document." ma:contentTypeScope="" ma:versionID="7463b15f6cccaa5af44780ccb771178f">
  <xsd:schema xmlns:xsd="http://www.w3.org/2001/XMLSchema" xmlns:xs="http://www.w3.org/2001/XMLSchema" xmlns:p="http://schemas.microsoft.com/office/2006/metadata/properties" xmlns:ns3="dcede432-14c1-4c24-9c5d-c3e8af4a56ad" targetNamespace="http://schemas.microsoft.com/office/2006/metadata/properties" ma:root="true" ma:fieldsID="2ee1ae17447e7fc1f599d0cdd285f468" ns3:_="">
    <xsd:import namespace="dcede432-14c1-4c24-9c5d-c3e8af4a56ad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ede432-14c1-4c24-9c5d-c3e8af4a56ad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324A55-D30C-4224-AA1B-4C3051A8ED4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cede432-14c1-4c24-9c5d-c3e8af4a56a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F312DFF1-1CC4-439C-B21B-B1F23CD81CE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49ED843-1D67-4C1C-B084-3BF482EB3ACD}">
  <ds:schemaRefs>
    <ds:schemaRef ds:uri="http://purl.org/dc/terms/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  <ds:schemaRef ds:uri="dcede432-14c1-4c24-9c5d-c3e8af4a56ad"/>
  </ds:schemaRefs>
</ds:datastoreItem>
</file>

<file path=docMetadata/LabelInfo.xml><?xml version="1.0" encoding="utf-8"?>
<clbl:labelList xmlns:clbl="http://schemas.microsoft.com/office/2020/mipLabelMetadata">
  <clbl:label id="{026137b5-e313-46d1-9b2f-026ecb50c842}" enabled="0" method="" siteId="{026137b5-e313-46d1-9b2f-026ecb50c842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293</TotalTime>
  <Words>200</Words>
  <Application>Microsoft Office PowerPoint</Application>
  <PresentationFormat>Widescreen</PresentationFormat>
  <Paragraphs>21</Paragraphs>
  <Slides>10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Wind turbines</vt:lpstr>
      <vt:lpstr>Problem statment</vt:lpstr>
      <vt:lpstr>Objectives</vt:lpstr>
      <vt:lpstr>Define keys</vt:lpstr>
      <vt:lpstr>PowerPoint Presentation</vt:lpstr>
      <vt:lpstr>PowerPoint Presentation</vt:lpstr>
      <vt:lpstr>PowerPoint Presentation</vt:lpstr>
      <vt:lpstr>PowerPoint Presentation</vt:lpstr>
      <vt:lpstr>Recommendations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 JAMEEL AHMED ALSAHLAWI</dc:creator>
  <cp:lastModifiedBy>ALI JAMEEL AHMED ALSAHLAWI</cp:lastModifiedBy>
  <cp:revision>2</cp:revision>
  <dcterms:created xsi:type="dcterms:W3CDTF">2026-09-28T12:15:15Z</dcterms:created>
  <dcterms:modified xsi:type="dcterms:W3CDTF">2026-09-29T07:52:26Z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0x010100668E67D6EC5ED143AD1EFAED7206B44A</vt:lpwstr>
  </property>
</Properties>
</file>